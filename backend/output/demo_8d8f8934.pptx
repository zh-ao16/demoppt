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金融市场投资策略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DCFF"/>
                </a:solidFill>
              </a:defRPr>
            </a:pPr>
            <a:r>
              <a:t>专业PPT解决方案 | 金融投资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D8936"/>
                </a:solidFill>
              </a:defRPr>
            </a:pPr>
            <a:r>
              <a:t>Powered by DemoPPT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12080"/>
            <a:ext cx="2743200" cy="54864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029200"/>
            <a:ext cx="2133295" cy="18288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F0"/>
                </a:solidFill>
              </a:defRPr>
            </a:pPr>
            <a:r>
              <a:t>2 个章节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914400"/>
            <a:ext cx="320040" cy="320040"/>
          </a:xfrm>
          <a:prstGeom prst="ellipse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8961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9144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市场数据与规模</a:t>
            </a:r>
          </a:p>
        </p:txBody>
      </p:sp>
      <p:sp>
        <p:nvSpPr>
          <p:cNvPr id="8" name="Rectangle 7"/>
          <p:cNvSpPr/>
          <p:nvPr/>
        </p:nvSpPr>
        <p:spPr>
          <a:xfrm>
            <a:off x="4910328" y="123444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0" y="1645920"/>
            <a:ext cx="320040" cy="320040"/>
          </a:xfrm>
          <a:prstGeom prst="ellipse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276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645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投资逻辑与估值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C5282"/>
                </a:solidFill>
              </a:defRPr>
            </a:pPr>
            <a:r>
              <a:t>市场数据与规模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D8936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5282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5282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5282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D8936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2C5282"/>
                </a:solidFill>
              </a:defRPr>
            </a:pPr>
            <a:r>
              <a:t>投资逻辑与估值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D8936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5282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5282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D8936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C5282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D8936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282"/>
                </a:solidFill>
              </a:defRPr>
            </a:pPr>
            <a:r>
              <a:t>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D8936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5282"/>
                </a:solidFill>
              </a:defRPr>
            </a:pPr>
            <a:r>
              <a:t>核心要点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回顾本章核心内容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D8936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5282"/>
                </a:solidFill>
              </a:defRPr>
            </a:pPr>
            <a:r>
              <a:t>实践建议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如何应用到实际工作中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D8936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5282"/>
                </a:solidFill>
              </a:defRPr>
            </a:pPr>
            <a:r>
              <a:t>未来展望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发展趋势和机会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943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5282"/>
                </a:solidFill>
              </a:defRPr>
            </a:pPr>
            <a:r>
              <a:t>感谢观看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