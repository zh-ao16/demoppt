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【章节】行业概述</a:t>
            </a:r>
          </a:p>
          <a:p/>
          <a:p>
            <a:r>
              <a:t>【要点提示】</a:t>
            </a:r>
          </a:p>
          <a:p>
            <a:r>
              <a:t>• 🔍 现状分析：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  <a:p>
            <a:r>
              <a:t>• 💡 核心洞察：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  <a:p>
            <a:r>
              <a:t>• 🚀 行动路径：基于标杆企业案例，我们提炼出四阶段实施路径：①诊断评估（2-4周）→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  <a:p/>
          <a:p>
            <a:r>
              <a:t>【演讲建议】</a:t>
            </a:r>
          </a:p>
          <a:p>
            <a:r>
              <a:t>• 开场：可以先回顾上一章节内容，再引入「行业概述」</a:t>
            </a:r>
          </a:p>
          <a:p>
            <a:r>
              <a:t>• 重点：强调核心观点，结合实际案例说明</a:t>
            </a:r>
          </a:p>
          <a:p>
            <a:r>
              <a:t>• 过渡：讲解完毕后可适当停顿，询问听众是否有疑问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【章节】市场分析</a:t>
            </a:r>
          </a:p>
          <a:p/>
          <a:p>
            <a:r>
              <a:t>【要点提示】</a:t>
            </a:r>
          </a:p>
          <a:p>
            <a:r>
              <a:t>• 🔍 现状分析：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  <a:p>
            <a:r>
              <a:t>• 💡 核心洞察：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  <a:p>
            <a:r>
              <a:t>• 🚀 行动路径：基于标杆企业案例，我们提炼出四阶段实施路径：①诊断评估（2-4周）→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  <a:p/>
          <a:p>
            <a:r>
              <a:t>【演讲建议】</a:t>
            </a:r>
          </a:p>
          <a:p>
            <a:r>
              <a:t>• 开场：可以先回顾上一章节内容，再引入「市场分析」</a:t>
            </a:r>
          </a:p>
          <a:p>
            <a:r>
              <a:t>• 重点：强调核心观点，结合实际案例说明</a:t>
            </a:r>
          </a:p>
          <a:p>
            <a:r>
              <a:t>• 过渡：讲解完毕后可适当停顿，询问听众是否有疑问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【章节】竞争格局</a:t>
            </a:r>
          </a:p>
          <a:p/>
          <a:p>
            <a:r>
              <a:t>【要点提示】</a:t>
            </a:r>
          </a:p>
          <a:p>
            <a:r>
              <a:t>• 🔍 现状分析：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  <a:p>
            <a:r>
              <a:t>• 💡 核心洞察：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  <a:p>
            <a:r>
              <a:t>• 🚀 行动路径：基于标杆企业案例，我们提炼出四阶段实施路径：①诊断评估（2-4周）→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  <a:p/>
          <a:p>
            <a:r>
              <a:t>【演讲建议】</a:t>
            </a:r>
          </a:p>
          <a:p>
            <a:r>
              <a:t>• 开场：可以先回顾上一章节内容，再引入「竞争格局」</a:t>
            </a:r>
          </a:p>
          <a:p>
            <a:r>
              <a:t>• 重点：强调核心观点，结合实际案例说明</a:t>
            </a:r>
          </a:p>
          <a:p>
            <a:r>
              <a:t>• 过渡：讲解完毕后可适当停顿，询问听众是否有疑问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【章节】发展趋势</a:t>
            </a:r>
          </a:p>
          <a:p/>
          <a:p>
            <a:r>
              <a:t>【要点提示】</a:t>
            </a:r>
          </a:p>
          <a:p>
            <a:r>
              <a:t>• 🔍 现状分析：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  <a:p>
            <a:r>
              <a:t>• 💡 核心洞察：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  <a:p>
            <a:r>
              <a:t>• 🚀 行动路径：基于标杆企业案例，我们提炼出四阶段实施路径：①诊断评估（2-4周）→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  <a:p/>
          <a:p>
            <a:r>
              <a:t>【演讲建议】</a:t>
            </a:r>
          </a:p>
          <a:p>
            <a:r>
              <a:t>• 开场：可以先回顾上一章节内容，再引入「发展趋势」</a:t>
            </a:r>
          </a:p>
          <a:p>
            <a:r>
              <a:t>• 重点：强调核心观点，结合实际案例说明</a:t>
            </a:r>
          </a:p>
          <a:p>
            <a:r>
              <a:t>• 过渡：讲解完毕后可适当停顿，询问听众是否有疑问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行业概述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市场分析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竞争格局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发展趋势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4E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