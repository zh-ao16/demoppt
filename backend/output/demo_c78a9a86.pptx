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直播电商行业分析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电商零售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5282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3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行业现状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4910328" y="123444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竞争格局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196596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377440"/>
            <a:ext cx="320040" cy="320040"/>
          </a:xfrm>
          <a:prstGeom prst="ellipse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5915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377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发展趋势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t>行业现状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5282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282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282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282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5282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t>竞争格局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5282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282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282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282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5282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t>发展趋势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5282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282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282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5282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5282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365D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5282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5282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5282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