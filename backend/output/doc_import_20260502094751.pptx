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4E"/>
                </a:solidFill>
              </a:defRPr>
            </a:pPr>
            <a:r>
              <a:t>AI发展趋势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4E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人工智能正在改变世界。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40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第一部分：机器学习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机器学习是AI核心技术。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第二部分：深度学习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深度学习在图像识别方面突破。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17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第三部分：应用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人工智能正在改变世界。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第一部分：机器学习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机器学习是AI核心技术。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第二部分：深度学习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深度学习在图像识别方面突破。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第三部分：应用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