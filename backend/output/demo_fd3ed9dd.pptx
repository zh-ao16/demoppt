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5282"/>
                </a:solidFill>
              </a:defRPr>
            </a:pPr>
            <a:r>
              <a:t>2024年投资市场分析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这是关于'2024年投资市场分析'的核心内容。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5282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这是关于'目录'的核心内容。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5282"/>
                </a:solidFill>
              </a:defRPr>
            </a:pPr>
            <a:r>
              <a:t>市场分析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这是关于'市场分析'的核心内容。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5282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这是关于'总结'的核心内容。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