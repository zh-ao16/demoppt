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365D"/>
                </a:solidFill>
              </a:defRPr>
            </a:pPr>
            <a:r>
              <a:t>文档标题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行业：教育培训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365D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目 录</a:t>
            </a:r>
          </a:p>
          <a:p>
            <a:pPr>
              <a:defRPr sz="2400">
                <a:solidFill>
                  <a:srgbClr val="333333"/>
                </a:solidFill>
              </a:defRPr>
            </a:pP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3. 人工智能对未来教育的影响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4. 一、背景介绍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5. 随着AI技术的发展，教育方式正在发生深刻变革。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6. 二、AI在教育中的应用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365D"/>
                </a:solidFill>
              </a:defRPr>
            </a:pPr>
            <a:r>
              <a:t>人工智能对未来教育的影响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关于「人工智能对未来教育的影响」的核心内容。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365D"/>
                </a:solidFill>
              </a:defRPr>
            </a:pPr>
            <a:r>
              <a:t>一、背景介绍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关于「一、背景介绍」的核心内容。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365D"/>
                </a:solidFill>
              </a:defRPr>
            </a:pPr>
            <a:r>
              <a:t>随着AI技术的发展，教育方式正在发生深刻变革。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关于「随着AI技术的发展，教育方式正在发生深刻变革。」的核心内容。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365D"/>
                </a:solidFill>
              </a:defRPr>
            </a:pPr>
            <a:r>
              <a:t>二、AI在教育中的应用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关于「二、AI在教育中的应用」的核心内容。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365D"/>
                </a:solidFill>
              </a:defRPr>
            </a:pPr>
            <a:r>
              <a:t>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感谢观看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