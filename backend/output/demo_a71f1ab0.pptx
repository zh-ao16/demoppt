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5282"/>
                </a:solidFill>
              </a:defRPr>
            </a:pPr>
            <a:r>
              <a:t>人工智能与教育创新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这是关于'人工智能与教育创新'的核心内容。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5282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这是关于'目录'的核心内容。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5282"/>
                </a:solidFill>
              </a:defRPr>
            </a:pPr>
            <a:r>
              <a:t>背景介绍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这是关于'背景介绍'的核心内容。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5282"/>
                </a:solidFill>
              </a:defRPr>
            </a:pPr>
            <a:r>
              <a:t>核心内容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这是关于'核心内容'的核心内容。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5282"/>
                </a:solidFill>
              </a:defRPr>
            </a:pPr>
            <a:r>
              <a:t>案例分析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这是关于'案例分析'的核心内容。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5282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这是关于'总结'的核心内容。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