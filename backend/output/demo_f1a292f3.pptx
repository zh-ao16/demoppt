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2024年中国新能源汽车市场分析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3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市场规模与增长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竞争格局分析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市场规模与增长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竞争格局分析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技术路线图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