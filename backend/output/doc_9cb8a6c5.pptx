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文档标题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文档转换 | 通用场景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D8936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1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本报告分析2024年光伏行业发展趋势。2024年光伏装机740GW，同比增30%。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本报告分析2024年光伏行业发展趋势。2024年光伏装机740GW，同比增30%。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回顾全文核心内容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5282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