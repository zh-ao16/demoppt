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914400"/>
            <a:ext cx="3657600" cy="3657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7315200"/>
            <a:ext cx="1828800" cy="1828800"/>
          </a:xfrm>
          <a:prstGeom prst="ellipse">
            <a:avLst/>
          </a:prstGeom>
          <a:solidFill>
            <a:srgbClr val="FFFFF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AI时代设计师的未来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E4EC"/>
                </a:solidFill>
              </a:defRPr>
            </a:pPr>
            <a:r>
              <a:t>✨ 精彩内容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7772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C8C8C8"/>
                </a:solidFill>
              </a:defRPr>
            </a:pPr>
            <a:r>
              <a:t>YOUR 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