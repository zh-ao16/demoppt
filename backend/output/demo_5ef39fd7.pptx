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人工智能发展趋势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2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技术原理与架构解析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竞品格局与市场对比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技术原理与架构解析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竞品格局与市场对比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