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中国新能源汽车市场发展趋势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8DCFF"/>
                </a:solidFill>
              </a:defRPr>
            </a:pPr>
            <a:r>
              <a:t>专业PPT解决方案 | 科技互联网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D4FF"/>
                </a:solidFill>
              </a:defRPr>
            </a:pPr>
            <a:r>
              <a:t>Powered by DemoPPT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12080"/>
            <a:ext cx="27432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5029200"/>
            <a:ext cx="2133295" cy="1828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8F0"/>
                </a:solidFill>
              </a:defRPr>
            </a:pPr>
            <a:r>
              <a:t>4 个章节</a:t>
            </a:r>
          </a:p>
        </p:txBody>
      </p:sp>
      <p:sp>
        <p:nvSpPr>
          <p:cNvPr id="5" name="Oval 4"/>
          <p:cNvSpPr/>
          <p:nvPr/>
        </p:nvSpPr>
        <p:spPr>
          <a:xfrm>
            <a:off x="4754880" y="91440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8961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9144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市场数据与规模</a:t>
            </a:r>
          </a:p>
        </p:txBody>
      </p:sp>
      <p:sp>
        <p:nvSpPr>
          <p:cNvPr id="8" name="Rectangle 7"/>
          <p:cNvSpPr/>
          <p:nvPr/>
        </p:nvSpPr>
        <p:spPr>
          <a:xfrm>
            <a:off x="4910328" y="1234440"/>
            <a:ext cx="18288" cy="41148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80" y="164592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62763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6459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竞争格局与主要玩家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10328" y="1965960"/>
            <a:ext cx="18288" cy="41148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237744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35915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3774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技术演进路线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10328" y="2697480"/>
            <a:ext cx="18288" cy="41148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54880" y="310896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09067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1089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投资机会与风险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1A1A4E"/>
                </a:solidFill>
              </a:defRPr>
            </a:pPr>
            <a:r>
              <a:t>市场数据与规模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D4FF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D4FF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1A1A4E"/>
                </a:solidFill>
              </a:defRPr>
            </a:pPr>
            <a:r>
              <a:t>竞争格局与主要玩家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D4FF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D4FF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1A1A4E"/>
                </a:solidFill>
              </a:defRPr>
            </a:pPr>
            <a:r>
              <a:t>技术演进路线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D4FF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D4FF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1A1A4E"/>
                </a:solidFill>
              </a:defRPr>
            </a:pPr>
            <a:r>
              <a:t>投资机会与风险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D4FF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D4FF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4E"/>
                </a:solidFill>
              </a:defRPr>
            </a:pPr>
            <a:r>
              <a:t>总结与展望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4E"/>
                </a:solidFill>
              </a:defRPr>
            </a:pPr>
            <a:r>
              <a:t>核心要点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回顾本章核心内容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4E"/>
                </a:solidFill>
              </a:defRPr>
            </a:pPr>
            <a:r>
              <a:t>实践建议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如何应用到实际工作中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66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4E"/>
                </a:solidFill>
              </a:defRPr>
            </a:pPr>
            <a:r>
              <a:t>未来展望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发展趋势和机会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943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4E"/>
                </a:solidFill>
              </a:defRPr>
            </a:pPr>
            <a:r>
              <a:t>感谢观看  |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