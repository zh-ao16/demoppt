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金融市场分析与投资策略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金融投资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D8936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4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市场数据与规模分析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投资逻辑与收益预期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10328" y="196596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377440"/>
            <a:ext cx="320040" cy="32004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915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风险提示与应对策略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0328" y="269748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3108960"/>
            <a:ext cx="320040" cy="32004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0906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1089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配置建议与操作指引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C5282"/>
                </a:solidFill>
              </a:defRPr>
            </a:pPr>
            <a:r>
              <a:t>市场数据与规模分析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D8936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D8936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C5282"/>
                </a:solidFill>
              </a:defRPr>
            </a:pPr>
            <a:r>
              <a:t>投资逻辑与收益预期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D8936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D8936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C5282"/>
                </a:solidFill>
              </a:defRPr>
            </a:pPr>
            <a:r>
              <a:t>风险提示与应对策略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D8936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D8936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C5282"/>
                </a:solidFill>
              </a:defRPr>
            </a:pPr>
            <a:r>
              <a:t>配置建议与操作指引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D8936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D8936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282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5282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5282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5282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5282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