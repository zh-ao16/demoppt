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人工智能发展趋势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1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背景介绍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A1A4E"/>
                </a:solidFill>
              </a:defRPr>
            </a:pPr>
            <a:r>
              <a:t>背景介绍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17043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核心内容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C3C3C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t>DemoPPT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