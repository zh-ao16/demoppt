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技术发展趋势与前沿洞察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6265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4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技术原理与架构解析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竞品格局与市场对比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发展趋势与时间节点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269748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108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落地应用与实践案例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366F1"/>
                </a:solidFill>
              </a:defRPr>
            </a:pPr>
            <a:r>
              <a:t>技术原理与架构解析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16265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16265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366F1"/>
                </a:solidFill>
              </a:defRPr>
            </a:pPr>
            <a:r>
              <a:t>竞品格局与市场对比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16265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16265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366F1"/>
                </a:solidFill>
              </a:defRPr>
            </a:pPr>
            <a:r>
              <a:t>发展趋势与时间节点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16265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16265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366F1"/>
                </a:solidFill>
              </a:defRPr>
            </a:pPr>
            <a:r>
              <a:t>落地应用与实践案例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16265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F16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6265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16265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626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6265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6265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