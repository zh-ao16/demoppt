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配色预览 | 高饱和度活力方案 - 色彩强烈，适合营销推广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645920"/>
          </a:xfrm>
          <a:prstGeom prst="roundRect">
            <a:avLst/>
          </a:prstGeom>
          <a:solidFill>
            <a:srgbClr val="636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主色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4748B"/>
                </a:solidFill>
              </a:defRPr>
            </a:pPr>
            <a:r>
              <a:t>#6366F1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63040"/>
            <a:ext cx="2011680" cy="1645920"/>
          </a:xfrm>
          <a:prstGeom prst="roundRect">
            <a:avLst/>
          </a:prstGeom>
          <a:solidFill>
            <a:srgbClr val="B4B6E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2004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主色浅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566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4748B"/>
                </a:solidFill>
              </a:defRPr>
            </a:pPr>
            <a:r>
              <a:t>#B4B6EB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63040"/>
            <a:ext cx="2011680" cy="1645920"/>
          </a:xfrm>
          <a:prstGeom prst="roundRect">
            <a:avLst/>
          </a:prstGeom>
          <a:solidFill>
            <a:srgbClr val="0C10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主色深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4748B"/>
                </a:solidFill>
              </a:defRPr>
            </a:pPr>
            <a:r>
              <a:t>#0C10C8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63040"/>
            <a:ext cx="2011680" cy="1645920"/>
          </a:xfrm>
          <a:prstGeom prst="roundRect">
            <a:avLst/>
          </a:prstGeom>
          <a:solidFill>
            <a:srgbClr val="F1626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2004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强调色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566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4748B"/>
                </a:solidFill>
              </a:defRPr>
            </a:pPr>
            <a:r>
              <a:t>#F16265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463040"/>
            <a:ext cx="2011680" cy="1645920"/>
          </a:xfrm>
          <a:prstGeom prst="roundRect">
            <a:avLst/>
          </a:prstGeom>
          <a:solidFill>
            <a:srgbClr val="65F16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32004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强调色浅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566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4748B"/>
                </a:solidFill>
              </a:defRPr>
            </a:pPr>
            <a:r>
              <a:t>#65F162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1E293B"/>
                </a:solidFill>
              </a:defRPr>
            </a:pPr>
            <a:r>
              <a:t>背景 #FFFFFF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206240"/>
            <a:ext cx="20116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5394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1E293B"/>
                </a:solidFill>
              </a:defRPr>
            </a:pPr>
            <a:r>
              <a:t>卡片 #F8FAFC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206240"/>
            <a:ext cx="20116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394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1E293B"/>
                </a:solidFill>
              </a:defRPr>
            </a:pPr>
            <a:r>
              <a:t>主文字 #1E293B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206240"/>
            <a:ext cx="2011680" cy="1097280"/>
          </a:xfrm>
          <a:prstGeom prst="roundRect">
            <a:avLst/>
          </a:prstGeom>
          <a:solidFill>
            <a:srgbClr val="64748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5394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1E293B"/>
                </a:solidFill>
              </a:defRPr>
            </a:pPr>
            <a:r>
              <a:t>次文字 #64748B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206240"/>
            <a:ext cx="2011680" cy="1097280"/>
          </a:xfrm>
          <a:prstGeom prst="roundRect">
            <a:avLst/>
          </a:prstGeom>
          <a:solidFill>
            <a:srgbClr val="E2E8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394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1E293B"/>
                </a:solidFill>
              </a:defRPr>
            </a:pPr>
            <a:r>
              <a:t>边框 #E2E8F0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演示示例文字 | 1234567890 ABCabc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