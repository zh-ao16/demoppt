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【章节】技术原理与架构解析</a:t>
            </a:r>
          </a:p>
          <a:p/>
          <a:p>
            <a:r>
              <a:t>【要点提示】</a:t>
            </a:r>
          </a:p>
          <a:p>
            <a:r>
              <a:t>• 🔍 现状分析：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  <a:p>
            <a:r>
              <a:t>• 💡 核心洞察：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  <a:p>
            <a:r>
              <a:t>• 🚀 行动路径：基于标杆企业案例，我们提炼出四阶段实施路径：①诊断评估（2-4周）→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  <a:p/>
          <a:p>
            <a:r>
              <a:t>【演讲建议】</a:t>
            </a:r>
          </a:p>
          <a:p>
            <a:r>
              <a:t>• 开场：可以先回顾上一章节内容，再引入「技术原理与架构解析」</a:t>
            </a:r>
          </a:p>
          <a:p>
            <a:r>
              <a:t>• 重点：强调核心观点，结合实际案例说明</a:t>
            </a:r>
          </a:p>
          <a:p>
            <a:r>
              <a:t>• 过渡：讲解完毕后可适当停顿，询问听众是否有疑问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【章节】竞品格局与市场对比</a:t>
            </a:r>
          </a:p>
          <a:p/>
          <a:p>
            <a:r>
              <a:t>【要点提示】</a:t>
            </a:r>
          </a:p>
          <a:p>
            <a:r>
              <a:t>• 🔍 现状分析：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  <a:p>
            <a:r>
              <a:t>• 💡 核心洞察：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  <a:p>
            <a:r>
              <a:t>• 🚀 行动路径：基于标杆企业案例，我们提炼出四阶段实施路径：①诊断评估（2-4周）→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  <a:p/>
          <a:p>
            <a:r>
              <a:t>【演讲建议】</a:t>
            </a:r>
          </a:p>
          <a:p>
            <a:r>
              <a:t>• 开场：可以先回顾上一章节内容，再引入「竞品格局与市场对比」</a:t>
            </a:r>
          </a:p>
          <a:p>
            <a:r>
              <a:t>• 重点：强调核心观点，结合实际案例说明</a:t>
            </a:r>
          </a:p>
          <a:p>
            <a:r>
              <a:t>• 过渡：讲解完毕后可适当停顿，询问听众是否有疑问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【章节】发展趋势与时间节点</a:t>
            </a:r>
          </a:p>
          <a:p/>
          <a:p>
            <a:r>
              <a:t>【要点提示】</a:t>
            </a:r>
          </a:p>
          <a:p>
            <a:r>
              <a:t>• 🔍 现状分析：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  <a:p>
            <a:r>
              <a:t>• 💡 核心洞察：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  <a:p>
            <a:r>
              <a:t>• 🚀 行动路径：基于标杆企业案例，我们提炼出四阶段实施路径：①诊断评估（2-4周）→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  <a:p/>
          <a:p>
            <a:r>
              <a:t>【演讲建议】</a:t>
            </a:r>
          </a:p>
          <a:p>
            <a:r>
              <a:t>• 开场：可以先回顾上一章节内容，再引入「发展趋势与时间节点」</a:t>
            </a:r>
          </a:p>
          <a:p>
            <a:r>
              <a:t>• 重点：强调核心观点，结合实际案例说明</a:t>
            </a:r>
          </a:p>
          <a:p>
            <a:r>
              <a:t>• 过渡：讲解完毕后可适当停顿，询问听众是否有疑问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【章节】落地应用与实践案例</a:t>
            </a:r>
          </a:p>
          <a:p/>
          <a:p>
            <a:r>
              <a:t>【要点提示】</a:t>
            </a:r>
          </a:p>
          <a:p>
            <a:r>
              <a:t>• 🔍 现状分析：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  <a:p>
            <a:r>
              <a:t>• 💡 核心洞察：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  <a:p>
            <a:r>
              <a:t>• 🚀 行动路径：基于标杆企业案例，我们提炼出四阶段实施路径：①诊断评估（2-4周）→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  <a:p/>
          <a:p>
            <a:r>
              <a:t>【演讲建议】</a:t>
            </a:r>
          </a:p>
          <a:p>
            <a:r>
              <a:t>• 开场：可以先回顾上一章节内容，再引入「落地应用与实践案例」</a:t>
            </a:r>
          </a:p>
          <a:p>
            <a:r>
              <a:t>• 重点：强调核心观点，结合实际案例说明</a:t>
            </a:r>
          </a:p>
          <a:p>
            <a:r>
              <a:t>• 过渡：讲解完毕后可适当停顿，询问听众是否有疑问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技术发展趋势与前沿洞察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DCFF"/>
                </a:solidFill>
              </a:defRPr>
            </a:pPr>
            <a:r>
              <a:t>专业PPT解决方案 | 科技互联网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D4FF"/>
                </a:solidFill>
              </a:defRPr>
            </a:pPr>
            <a:r>
              <a:t>Powered by DemoPPT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1208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5029200"/>
            <a:ext cx="2133295" cy="1828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1A1A4E"/>
                </a:solidFill>
              </a:defRPr>
            </a:pPr>
            <a:r>
              <a:t>DemoTech测试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F0"/>
                </a:solidFill>
              </a:defRPr>
            </a:pPr>
            <a:r>
              <a:t>4 个章节</a:t>
            </a:r>
          </a:p>
        </p:txBody>
      </p:sp>
      <p:sp>
        <p:nvSpPr>
          <p:cNvPr id="5" name="Oval 4"/>
          <p:cNvSpPr/>
          <p:nvPr/>
        </p:nvSpPr>
        <p:spPr>
          <a:xfrm>
            <a:off x="4754880" y="91440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8961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9144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技术原理与架构解析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910328" y="1234440"/>
            <a:ext cx="18288" cy="4114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80" y="164592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276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645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竞品格局与市场对比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10328" y="1965960"/>
            <a:ext cx="18288" cy="4114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237744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35915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3774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发展趋势与时间节点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10328" y="2697480"/>
            <a:ext cx="18288" cy="4114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4880" y="310896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09067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1089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落地应用与实践案例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1A1A4E"/>
                </a:solidFill>
              </a:defRPr>
            </a:pPr>
            <a:r>
              <a:t>技术原理与架构解析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1A1A4E"/>
                </a:solidFill>
              </a:defRPr>
            </a:pPr>
            <a:r>
              <a:t>竞品格局与市场对比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1A1A4E"/>
                </a:solidFill>
              </a:defRPr>
            </a:pPr>
            <a:r>
              <a:t>发展趋势与时间节点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1A1A4E"/>
                </a:solidFill>
              </a:defRPr>
            </a:pPr>
            <a:r>
              <a:t>落地应用与实践案例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4E"/>
                </a:solidFill>
              </a:defRPr>
            </a:pPr>
            <a:r>
              <a:t>总结与展望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4E"/>
                </a:solidFill>
              </a:defRPr>
            </a:pPr>
            <a:r>
              <a:t>核心要点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回顾本章核心内容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4E"/>
                </a:solidFill>
              </a:defRPr>
            </a:pPr>
            <a:r>
              <a:t>实践建议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如何应用到实际工作中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4E"/>
                </a:solidFill>
              </a:defRPr>
            </a:pPr>
            <a:r>
              <a:t>未来展望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发展趋势和机会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943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4E"/>
                </a:solidFill>
              </a:defRPr>
            </a:pPr>
            <a:r>
              <a:t>感谢观看  |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