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技术发展趋势与前沿洞察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科技互联网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3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技术原理与架构解析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910328" y="123444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竞品格局与市场对比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196596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37744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5915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377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发展趋势与时间节点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技术原理与架构解析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竞品格局与市场对比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发展趋势与时间节点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4E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