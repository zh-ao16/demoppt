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中国新能源汽车市场分析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FF"/>
                </a:solidFill>
              </a:defRPr>
            </a:pPr>
            <a:r>
              <a:t>专业PPT解决方案 | 科技互联网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D4FF"/>
                </a:solidFill>
              </a:defRPr>
            </a:pPr>
            <a:r>
              <a:t>Powered by DemoPPT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1208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0" y="5029200"/>
            <a:ext cx="2133295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C8F0"/>
                </a:solidFill>
              </a:defRPr>
            </a:pPr>
            <a:r>
              <a:t>2 个章节</a:t>
            </a:r>
          </a:p>
        </p:txBody>
      </p:sp>
      <p:sp>
        <p:nvSpPr>
          <p:cNvPr id="5" name="Oval 4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89611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914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市场规模与增长</a:t>
            </a:r>
          </a:p>
        </p:txBody>
      </p:sp>
      <p:sp>
        <p:nvSpPr>
          <p:cNvPr id="8" name="Rectangle 7"/>
          <p:cNvSpPr/>
          <p:nvPr/>
        </p:nvSpPr>
        <p:spPr>
          <a:xfrm>
            <a:off x="4910328" y="1234440"/>
            <a:ext cx="18288" cy="41148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27632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6459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竞争格局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市场规模与增长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1A1A4E"/>
                </a:solidFill>
              </a:defRPr>
            </a:pPr>
            <a:r>
              <a:t>竞争格局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D4FF"/>
                </a:solidFill>
              </a:defRPr>
            </a:pPr>
            <a:r>
              <a:t>洞悉本质，引领变革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FFFFF"/>
                </a:solidFill>
              </a:defRPr>
            </a:pPr>
            <a:r>
              <a:t>INSIGHT: 未来3年，不是数字化转型「要不要做」的问题，而是「做得有多快多好」的问题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🔍 现状分析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根据行业研究数据显示，当前市场中有73%的企业正在积极探索数字化转型路径，但真正实现规模化落地的仅有23%。这一差距揭示了从概念到实践的转化瓶颈。核心挑战在于：技术选型与业务场景的匹配度不足、组织变革管理能力滞后、以及数据基础设施的成熟度参差不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606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💡 核心洞察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017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真正的增长引擎不是单一技术，而是「技术+管理+数据」的三位一体协同。研究表明，在这三方面均衡投入的企业，其营收增速是单一投入者的2.7倍。关键成功因素包括：清晰的战略蓝图、敏捷的组织架构、以及数据驱动的决策文化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530352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1A4E"/>
                </a:solidFill>
              </a:defRPr>
            </a:pPr>
            <a:r>
              <a:t>🚀 行动路径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949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374151"/>
                </a:solidFill>
              </a:defRPr>
            </a:pPr>
            <a:r>
              <a:t>基于标杆企业案例，我们提炼出四阶段实施路径：①诊断评估（2-4周）→ ②能力建设（3-6月）→ ③试点验证（2-3月）→ ④规模推广（6-12月）。平均回报周期为18-24个月，投资回报率可达300%-500%。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D4FF"/>
                </a:solidFill>
              </a:defRPr>
            </a:pPr>
            <a:r>
              <a:t>TAKEAWAY: 诊断现状 → 明确差距 → 制定路径 → 分步实施 → 持续迭代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4E"/>
                </a:solidFill>
              </a:defRPr>
            </a:pPr>
            <a:r>
              <a:t>总结与展望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核心要点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回顾本章核心内容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554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实践建议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如何应用到实际工作中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864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D4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1A4E"/>
                </a:solidFill>
              </a:defRPr>
            </a:pPr>
            <a:r>
              <a:t>未来展望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发展趋势和机会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943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4E"/>
                </a:solidFill>
              </a:defRPr>
            </a:pPr>
            <a:r>
              <a:t>感谢观看  |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