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4E"/>
                </a:solidFill>
              </a:defRPr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这是关于'封面'的核心内容。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4E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这是关于'目录'的核心内容。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4E"/>
                </a:solidFill>
              </a:defRPr>
            </a:pPr>
            <a:r>
              <a:t>背景介绍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这是关于'背景介绍'的核心内容。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