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【章节】机器学习进展</a:t>
            </a:r>
          </a:p>
          <a:p/>
          <a:p>
            <a:r>
              <a:t>【要点提示】</a:t>
            </a:r>
          </a:p>
          <a:p>
            <a:r>
              <a:t>• 核心内容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开场：可以先回顾上一章节内容，再引入「机器学习进展」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4E"/>
                </a:solidFill>
              </a:defRPr>
            </a:pPr>
            <a:r>
              <a:t>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专业PPT解决方案 | 通用场景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专业PPT解决方案 | 通用场景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DemoPPT 智能生成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1A1A4E"/>
                </a:solidFill>
              </a:defRPr>
            </a:pPr>
            <a:r>
              <a:t>DemoTech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4E"/>
                </a:solidFill>
              </a:defRPr>
            </a:pPr>
            <a:r>
              <a:t>目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1. 机器学习进展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DemoPPT 智能生成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4E"/>
                </a:solidFill>
              </a:defRPr>
            </a:pPr>
            <a:r>
              <a:t>机器学习进展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800" b="1">
                <a:solidFill>
                  <a:srgbClr val="00D4FF"/>
                </a:solidFill>
              </a:defRPr>
            </a:pPr>
            <a:r>
              <a:t>▸ 核心内容</a:t>
            </a:r>
          </a:p>
          <a:p>
            <a:pPr lvl="1">
              <a:defRPr sz="2200">
                <a:solidFill>
                  <a:srgbClr val="333333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DemoPPT 智能生成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核心要点: 回顾本章核心内容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实践建议: 如何应用到实际工作中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未来展望: 发展趋势和机会</a:t>
            </a:r>
          </a:p>
          <a:p>
            <a:br/>
            <a:pPr algn="ctr">
              <a:defRPr sz="3200" b="1">
                <a:solidFill>
                  <a:srgbClr val="1A1A4E"/>
                </a:solidFill>
              </a:defRPr>
            </a:pPr>
            <a:r>
              <a:t>感谢观看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DemoPPT 智能生成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