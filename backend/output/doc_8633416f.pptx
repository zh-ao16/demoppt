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2EE5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文档标题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8DCFF"/>
                </a:solidFill>
              </a:defRPr>
            </a:pPr>
            <a:r>
              <a:t>文档转换 | 科技互联网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D4FF"/>
                </a:solidFill>
              </a:defRPr>
            </a:pPr>
            <a:r>
              <a:t>Powered by DemoPPT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212080"/>
            <a:ext cx="27432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0" y="5029200"/>
            <a:ext cx="2133295" cy="1828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2EE5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C8F0"/>
                </a:solidFill>
              </a:defRPr>
            </a:pPr>
            <a:r>
              <a:t>1 个章节</a:t>
            </a:r>
          </a:p>
        </p:txBody>
      </p:sp>
      <p:sp>
        <p:nvSpPr>
          <p:cNvPr id="5" name="Oval 4"/>
          <p:cNvSpPr/>
          <p:nvPr/>
        </p:nvSpPr>
        <p:spPr>
          <a:xfrm>
            <a:off x="4754880" y="914400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89611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9144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第一段测试内容。第二段内容。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EE5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EE5B7"/>
                </a:solidFill>
              </a:defRPr>
            </a:pPr>
            <a:r>
              <a:t>第一段测试内容。第二段内容。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D4FF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2EE5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E5B7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E5B7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E5B7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D4FF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E5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E5B7"/>
                </a:solidFill>
              </a:defRPr>
            </a:pPr>
            <a:r>
              <a:t>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E5B7"/>
                </a:solidFill>
              </a:defRPr>
            </a:pPr>
            <a:r>
              <a:t>核心要点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回顾全文核心内容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9436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E5B7"/>
                </a:solidFill>
              </a:defRPr>
            </a:pPr>
            <a:r>
              <a:t>感谢观看  |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