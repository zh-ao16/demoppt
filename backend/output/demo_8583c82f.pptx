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技术发展趋势与前沿洞察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110B9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4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技术原理与架构解析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竞品格局与市场对比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96596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发展趋势与时间节点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8" y="269748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0906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108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落地应用与实践案例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0B981"/>
                </a:solidFill>
              </a:defRPr>
            </a:pPr>
            <a:r>
              <a:t>技术原理与架构解析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110B9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110B9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0B981"/>
                </a:solidFill>
              </a:defRPr>
            </a:pPr>
            <a:r>
              <a:t>竞品格局与市场对比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110B9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110B9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0B981"/>
                </a:solidFill>
              </a:defRPr>
            </a:pPr>
            <a:r>
              <a:t>发展趋势与时间节点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110B9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110B9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0B981"/>
                </a:solidFill>
              </a:defRPr>
            </a:pPr>
            <a:r>
              <a:t>落地应用与实践案例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110B9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811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10B9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110B9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110B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110B9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110B9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